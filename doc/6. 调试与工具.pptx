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457" r:id="rId2"/>
    <p:sldId id="442" r:id="rId3"/>
    <p:sldId id="439" r:id="rId4"/>
    <p:sldId id="443" r:id="rId5"/>
    <p:sldId id="458" r:id="rId6"/>
    <p:sldId id="395" r:id="rId7"/>
    <p:sldId id="434" r:id="rId8"/>
    <p:sldId id="441" r:id="rId9"/>
    <p:sldId id="437" r:id="rId10"/>
    <p:sldId id="454" r:id="rId11"/>
    <p:sldId id="451" r:id="rId12"/>
    <p:sldId id="449" r:id="rId13"/>
    <p:sldId id="447" r:id="rId14"/>
    <p:sldId id="453" r:id="rId15"/>
    <p:sldId id="446" r:id="rId16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FF9A"/>
    <a:srgbClr val="87CEFF"/>
    <a:srgbClr val="FF4040"/>
    <a:srgbClr val="B3EE3A"/>
    <a:srgbClr val="7CCD7C"/>
    <a:srgbClr val="EEEE00"/>
    <a:srgbClr val="54FF9F"/>
    <a:srgbClr val="00B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724"/>
    <p:restoredTop sz="96197"/>
  </p:normalViewPr>
  <p:slideViewPr>
    <p:cSldViewPr snapToObjects="1" showGuides="1">
      <p:cViewPr varScale="1">
        <p:scale>
          <a:sx n="124" d="100"/>
          <a:sy n="124" d="100"/>
        </p:scale>
        <p:origin x="440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 showGuides="1">
      <p:cViewPr varScale="1">
        <p:scale>
          <a:sx n="93" d="100"/>
          <a:sy n="93" d="100"/>
        </p:scale>
        <p:origin x="3784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980A4E0-C67A-6842-A063-4188E143D8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77E8CA-64C1-604E-B679-AE92A4602E3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61E017-357D-4744-8D4B-04CA59826C34}" type="datetimeFigureOut">
              <a:rPr lang="en-CN" smtClean="0"/>
              <a:t>2024/11/11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BE6F5-546E-CB46-A99D-1F0682A0A8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28A5B9-2BE3-1E4C-BD6C-27A1391C6DB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F29CC4-8916-F84A-A92E-A3769754F19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078251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3BEA6A-5BB7-4947-8A67-D55A874F4F16}" type="datetimeFigureOut">
              <a:rPr lang="en-CN" smtClean="0"/>
              <a:t>2024/11/11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4F54FA-28E9-114E-B0A7-6C255474D56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48253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516BF-EA22-8237-EEA2-77CD1243A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27E65D-4784-D285-D5D4-05AA30254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4F7BA0-5CDB-B6CB-5265-943739991D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6E9405-0347-A159-1229-B05B5F5AC9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145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9E8F3-BABA-DA4B-98F4-B69497EC1B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392" y="1122363"/>
            <a:ext cx="10945216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F926C3-432C-544D-B73E-7686141AED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392" y="3933056"/>
            <a:ext cx="10945216" cy="132474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2211E-626E-E649-BCEC-0C3443778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3669F-9790-C841-9856-29D8F6A35D52}" type="datetime1">
              <a:rPr lang="en-US" smtClean="0"/>
              <a:t>11/11/24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CD07C-E71B-EE4E-A04D-513B4FDC5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89468-3554-7E45-9EC0-72A9DA9D1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28772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AC705-C275-294F-88E4-9FB87207A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265A9-208F-B747-8249-EF637072F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637818" cy="4968552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3A073-1A46-2C48-AA4B-6B0CC6196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1401F-B3A3-8943-80CD-FB5F841E3E00}" type="datetime1">
              <a:rPr lang="en-US" smtClean="0"/>
              <a:t>11/11/24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9E507-59F5-8A41-B56B-0E2687B02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8107E-D461-1C49-AF2F-D9273FD12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09088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4513C-7AC8-7541-BCC2-5C66F9958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8597B0-B86C-984E-9652-A57A69708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BD942-5636-774E-9AE5-8136B8B4C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13191-A897-4844-9282-1A59568DEC27}" type="datetime1">
              <a:rPr lang="en-US" smtClean="0"/>
              <a:t>11/11/24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AB1F5-1745-B641-8A3E-8C77C9972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51740-E141-994F-960E-30E141D38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34775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F2C74-6A75-C345-8D45-8399B42E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84567-0E36-8C49-9950-371CE9271C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7091" y="1268760"/>
            <a:ext cx="5742709" cy="4908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7E884A-AA9A-BE49-9BD4-6BBBB45F0C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68760"/>
            <a:ext cx="5742708" cy="4908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AB4A51-01A4-3C48-9EF1-CAD204407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E2DF-5680-6747-9A15-F3F0D210F2EE}" type="datetime1">
              <a:rPr lang="en-US" smtClean="0"/>
              <a:t>11/11/24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0CDCA8-4C0B-2B4F-9CDC-ACA218BDB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20FABC-1CE5-A841-95A8-DC4B76383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50177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FDA5A-7B1C-D842-8A6E-984ADE326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365125"/>
            <a:ext cx="11637817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D3FD6F-1409-9F43-BEE8-8F9EFC917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5C4E4F-B343-6443-A79A-CB96201DE3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77092" y="2505075"/>
            <a:ext cx="572048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E01090-F89E-AA4B-9D16-F48FB5E067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66B3EB-D7F0-C44F-89A3-064941260E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72048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273A94-E684-2649-A535-833C9909A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57022-6E31-7248-B6B0-F5A7A057A5DC}" type="datetime1">
              <a:rPr lang="en-US" smtClean="0"/>
              <a:t>11/11/24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0C9F79-6BC1-C54D-BBE7-D3713DCC0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490904-0654-2849-9A8C-F33DBEE4D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40489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37F1A-C959-D645-9CB7-7339FD8B5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8F0EF2-B047-1843-9607-4AF6018BE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207C3-7586-7A43-92FB-C6F0072809D8}" type="datetime1">
              <a:rPr lang="en-US" smtClean="0"/>
              <a:t>11/11/24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9D6C8D-169C-E24E-B2DA-7E28FB0B6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1FC934-724A-D84B-9F74-7DAEAF31E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83108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0904D3-4AF6-314E-9FEA-CF71A3D6F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0B9DA-A8DC-F64B-A6ED-EEDE6981594C}" type="datetime1">
              <a:rPr lang="en-US" smtClean="0"/>
              <a:t>11/11/24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F48081-E7A8-134A-8DE9-3268CD361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17B03-016A-BB4E-B72A-7FEB25024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41852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A4E59-A309-134D-A7DA-234DDB7C4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61448-1A70-954A-B1B3-716EB4063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ACCF5-86A9-6846-80E5-9F5210865E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988A50-D7AF-F540-9B78-27732CB9F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9A98-10B0-2449-82AA-2BFFCC3AF22C}" type="datetime1">
              <a:rPr lang="en-US" smtClean="0"/>
              <a:t>11/11/24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025F00-82C3-474A-BB00-672C82BBC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28D448-780A-DC49-8C78-27A053B1F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0779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BA7F5-0229-024C-A91C-660C92209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46B5FD-870A-B046-9BE3-57F89CB1F0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AFCD14-9FC1-4043-B048-B049BE1EEB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2996A-2C74-AA45-8AB4-0C7955B52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7C752-75B6-594D-BD28-131DD514FF59}" type="datetime1">
              <a:rPr lang="en-US" smtClean="0"/>
              <a:t>11/11/24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2AA01E-2B14-4B4A-A421-3492F2456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B5C4E4-99EA-E14D-AAEA-DCD6ECF50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46358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4FB2D-E296-704F-8176-9D763DB80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7D5061-4135-AD4C-A724-15D16C3945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0BFD8-AE5F-F840-911B-311B24DDB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B770F-745F-6445-9EC1-5F6DEDD80A35}" type="datetime1">
              <a:rPr lang="en-US" smtClean="0"/>
              <a:t>11/11/24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E4ED0-1654-3A4E-AEC7-9A8CAB790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56FF2-B775-AE48-854B-A8FC4BD5B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33544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3990A8-A8D2-3949-8444-FC2A73CED7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11292E-E172-D94F-B9FD-164675C706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3F332-4AC7-7541-80F3-77180C552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EB0DC-CA16-474C-8667-F240A15CC355}" type="datetime1">
              <a:rPr lang="en-US" smtClean="0"/>
              <a:t>11/11/24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09EB2-2AD6-404A-B9A9-546937AA4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34627-5052-DD45-806F-F1F199EE0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48409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64C47F-F176-F546-BC0D-68EB72279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365125"/>
            <a:ext cx="11637818" cy="6462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1D7DD0-DC4B-B84D-A6B0-3F2FDED38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7091" y="1268760"/>
            <a:ext cx="11637818" cy="49685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17A9E-FDF2-F640-9AAD-9929697467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7091" y="6356350"/>
            <a:ext cx="3304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6708E4-ED0C-B144-A86A-7F85AD4EFAD8}" type="datetime1">
              <a:rPr lang="en-US" smtClean="0"/>
              <a:t>11/11/24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0713F-EA27-5D49-950B-4667F409F9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5151B-CA49-B145-971E-747B50551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356350"/>
            <a:ext cx="3304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02958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C00000"/>
        </a:buClr>
        <a:buFont typeface="Wingdings" pitchFamily="2" charset="2"/>
        <a:buChar char="§"/>
        <a:defRPr sz="2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D6CA8-78D2-3B9B-87C8-C6BD55F8C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FB210-A1F6-D622-38D6-C0759DF7FF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5400" dirty="0"/>
              <a:t>Yet Another Tutorial to</a:t>
            </a:r>
            <a:r>
              <a:rPr lang="en-US" altLang="zh-CN" sz="6000" dirty="0"/>
              <a:t> </a:t>
            </a:r>
            <a:r>
              <a:rPr lang="en-US" altLang="zh-CN" sz="6600" dirty="0"/>
              <a:t>Debugging</a:t>
            </a:r>
            <a:endParaRPr lang="zh-CN" alt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457331-F7AF-8C16-9EEE-ECF869C30D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392" y="4153716"/>
            <a:ext cx="10945216" cy="2011588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zh-CN" altLang="en-US" sz="2800" dirty="0"/>
              <a:t>董明凯</a:t>
            </a:r>
            <a:endParaRPr lang="en-US" altLang="zh-CN" sz="2800" dirty="0"/>
          </a:p>
          <a:p>
            <a:pPr>
              <a:lnSpc>
                <a:spcPct val="100000"/>
              </a:lnSpc>
            </a:pPr>
            <a:r>
              <a:rPr lang="en-US" altLang="zh-CN" sz="2800" dirty="0"/>
              <a:t>2024.11.11</a:t>
            </a:r>
          </a:p>
          <a:p>
            <a:pPr>
              <a:lnSpc>
                <a:spcPct val="100000"/>
              </a:lnSpc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上海交通大学 并行与分布式系统研究所</a:t>
            </a:r>
          </a:p>
          <a:p>
            <a:pPr>
              <a:lnSpc>
                <a:spcPct val="100000"/>
              </a:lnSpc>
            </a:pP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https://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ipads.se.sjtu.edu.cn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Yuanti SC" panose="02010600040101010101" pitchFamily="2" charset="-122"/>
              <a:ea typeface="Yuanti SC" panose="02010600040101010101" pitchFamily="2" charset="-122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D6CE63B-F49F-31B9-A3AA-6AFD0D38B96E}"/>
              </a:ext>
            </a:extLst>
          </p:cNvPr>
          <p:cNvSpPr txBox="1"/>
          <p:nvPr/>
        </p:nvSpPr>
        <p:spPr>
          <a:xfrm>
            <a:off x="191344" y="294885"/>
            <a:ext cx="4032448" cy="5418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 typeface="Wingdings" panose="05000000000000000000" pitchFamily="2" charset="2"/>
              <a:buNone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软件基础实践（</a:t>
            </a:r>
            <a:r>
              <a:rPr lang="en-CN" altLang="zh-CN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SEP</a:t>
            </a:r>
            <a:r>
              <a:rPr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）</a:t>
            </a:r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18D16CE7-1707-FAD7-3F88-9CAE0E3B5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869" y="206709"/>
            <a:ext cx="2695389" cy="884465"/>
          </a:xfrm>
          <a:prstGeom prst="rect">
            <a:avLst/>
          </a:prstGeom>
        </p:spPr>
      </p:pic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4B2A2A89-27B7-F260-78EC-70D237B9EB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8448" y="389604"/>
            <a:ext cx="1631191" cy="5186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AEEFE6-9734-25C1-1CCE-5E60144878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7992" y="2859732"/>
            <a:ext cx="1944216" cy="194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440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BE79E-15D2-3BCC-8C8D-85338F30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调试</a:t>
            </a:r>
            <a:r>
              <a:rPr lang="zh-CN" altLang="en-US" dirty="0"/>
              <a:t>（</a:t>
            </a:r>
            <a:r>
              <a:rPr lang="en-US" altLang="zh-CN" dirty="0"/>
              <a:t>Debugging</a:t>
            </a:r>
            <a:r>
              <a:rPr lang="zh-CN" altLang="en-US" dirty="0"/>
              <a:t>）？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7E7801-A983-4525-B555-D3C4882B7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2</a:t>
            </a:fld>
            <a:endParaRPr lang="en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44AF73-3614-F873-F33A-02DBE91C9052}"/>
              </a:ext>
            </a:extLst>
          </p:cNvPr>
          <p:cNvSpPr txBox="1"/>
          <p:nvPr/>
        </p:nvSpPr>
        <p:spPr>
          <a:xfrm>
            <a:off x="1847528" y="4868556"/>
            <a:ext cx="2383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Debug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是核心竞争力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122E19-ACCB-19CD-4FB6-B650E2286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583" y="4712020"/>
            <a:ext cx="688524" cy="682404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8D88973E-F4F1-0AA2-362F-24D2FAB5E1C2}"/>
              </a:ext>
            </a:extLst>
          </p:cNvPr>
          <p:cNvGrpSpPr/>
          <p:nvPr/>
        </p:nvGrpSpPr>
        <p:grpSpPr>
          <a:xfrm>
            <a:off x="1199456" y="1412776"/>
            <a:ext cx="5123705" cy="2352246"/>
            <a:chOff x="1199456" y="1412776"/>
            <a:chExt cx="5123705" cy="235224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E56C5D3-B7DF-D780-5350-A0B24B3CC9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99456" y="1412776"/>
              <a:ext cx="5123705" cy="2352246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9C0C77C-C704-B956-36E3-1011035111DE}"/>
                </a:ext>
              </a:extLst>
            </p:cNvPr>
            <p:cNvSpPr/>
            <p:nvPr/>
          </p:nvSpPr>
          <p:spPr>
            <a:xfrm>
              <a:off x="1207840" y="3375400"/>
              <a:ext cx="1440160" cy="3515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dirty="0">
                  <a:solidFill>
                    <a:schemeClr val="tx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是啥啊</a:t>
              </a:r>
              <a:r>
                <a:rPr lang="zh-CN" altLang="en-US" dirty="0">
                  <a:solidFill>
                    <a:schemeClr val="tx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？</a:t>
              </a:r>
              <a:endParaRPr lang="en-CN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39F6DA6-74AD-E62C-303E-14197EA0DE45}"/>
                </a:ext>
              </a:extLst>
            </p:cNvPr>
            <p:cNvSpPr/>
            <p:nvPr/>
          </p:nvSpPr>
          <p:spPr>
            <a:xfrm>
              <a:off x="2957505" y="3352959"/>
              <a:ext cx="1440160" cy="3515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dirty="0">
                  <a:solidFill>
                    <a:schemeClr val="tx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为啥啊</a:t>
              </a:r>
              <a:r>
                <a:rPr lang="zh-CN" altLang="en-US" dirty="0">
                  <a:solidFill>
                    <a:schemeClr val="tx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？</a:t>
              </a:r>
              <a:endParaRPr lang="en-CN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32F9E22-DEDD-56AA-A640-D71FCCC2F387}"/>
                </a:ext>
              </a:extLst>
            </p:cNvPr>
            <p:cNvSpPr/>
            <p:nvPr/>
          </p:nvSpPr>
          <p:spPr>
            <a:xfrm>
              <a:off x="4855439" y="3367174"/>
              <a:ext cx="1440160" cy="3515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dirty="0">
                  <a:solidFill>
                    <a:schemeClr val="tx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咋整啊</a:t>
              </a:r>
              <a:r>
                <a:rPr lang="zh-CN" altLang="en-US" dirty="0">
                  <a:solidFill>
                    <a:schemeClr val="tx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？</a:t>
              </a:r>
              <a:endParaRPr lang="en-CN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F15AD8A3-5BB8-13DA-50F4-11B09B91C5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077" y="2247218"/>
            <a:ext cx="2153039" cy="187220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74DE424-84C2-6E8A-6768-9BEC8CA34D9C}"/>
              </a:ext>
            </a:extLst>
          </p:cNvPr>
          <p:cNvSpPr txBox="1"/>
          <p:nvPr/>
        </p:nvSpPr>
        <p:spPr>
          <a:xfrm>
            <a:off x="6625116" y="5170596"/>
            <a:ext cx="3970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常态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lang="en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写代码一小时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debug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一星期</a:t>
            </a:r>
            <a:endParaRPr lang="en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CBE2D2-6830-8AE9-A35E-A63A5D635C88}"/>
              </a:ext>
            </a:extLst>
          </p:cNvPr>
          <p:cNvSpPr txBox="1"/>
          <p:nvPr/>
        </p:nvSpPr>
        <p:spPr>
          <a:xfrm>
            <a:off x="7680176" y="4135028"/>
            <a:ext cx="21419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写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Bug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zh-CN" altLang="en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一时爽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ctr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一直写 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Bug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一直爽</a:t>
            </a:r>
            <a:endParaRPr lang="en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62990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8" grpId="0"/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F70CA-F2C2-BF25-0747-13CA6471B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89F5B-9340-5B0B-BA9F-1D4CBDE1E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A48302-C1C1-1071-CDEE-E9A769CB2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3</a:t>
            </a:fld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88811E-79CB-3174-2415-C8C9A42FB8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447928" y="1133818"/>
            <a:ext cx="5624882" cy="5343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394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BE869-5AF4-B05A-A1FB-A0F841C1E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调试的基本思想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864CE-2CA5-04FE-D71E-E9A3CD8B0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先决条件</a:t>
            </a:r>
            <a:endParaRPr lang="en-US" dirty="0"/>
          </a:p>
          <a:p>
            <a:pPr lvl="1"/>
            <a:r>
              <a:rPr lang="zh-CN" altLang="en-US" dirty="0"/>
              <a:t>发现程序有</a:t>
            </a:r>
            <a:r>
              <a:rPr lang="en-US" altLang="zh-CN" dirty="0"/>
              <a:t>Bug</a:t>
            </a:r>
          </a:p>
          <a:p>
            <a:r>
              <a:rPr lang="en-US" dirty="0" err="1"/>
              <a:t>复现Bug</a:t>
            </a:r>
            <a:endParaRPr lang="en-CN" dirty="0"/>
          </a:p>
          <a:p>
            <a:r>
              <a:rPr lang="en-CN" dirty="0"/>
              <a:t>找到出错的那一行</a:t>
            </a:r>
          </a:p>
          <a:p>
            <a:r>
              <a:rPr lang="en-CN" dirty="0"/>
              <a:t>思考为什么出错</a:t>
            </a:r>
          </a:p>
          <a:p>
            <a:r>
              <a:rPr lang="en-CN" dirty="0"/>
              <a:t>修复Bug</a:t>
            </a:r>
          </a:p>
          <a:p>
            <a:r>
              <a:rPr lang="en-CN" dirty="0"/>
              <a:t>测试验证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85A47-D862-8BFC-6205-4BCEF70F5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4</a:t>
            </a:fld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BDB266-7469-ADF2-5FEF-94F0A8FD5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0"/>
            <a:ext cx="7772400" cy="664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559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629C3-B895-D648-B3E0-60F7F1E6E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写程序的基本步骤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01BDF-C5F3-225F-D12B-23F39EC1B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先配置环境</a:t>
            </a:r>
            <a:r>
              <a:rPr lang="zh-CN" altLang="en-US" dirty="0"/>
              <a:t>（编译器、</a:t>
            </a:r>
            <a:r>
              <a:rPr lang="en-US" altLang="zh-CN" dirty="0"/>
              <a:t>IDE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写个 </a:t>
            </a:r>
            <a:r>
              <a:rPr lang="en-US" altLang="zh-CN" dirty="0"/>
              <a:t>Hello</a:t>
            </a:r>
            <a:r>
              <a:rPr lang="zh-CN" altLang="en-US" dirty="0"/>
              <a:t> </a:t>
            </a:r>
            <a:r>
              <a:rPr lang="en-US" altLang="zh-CN" dirty="0"/>
              <a:t>World</a:t>
            </a:r>
          </a:p>
          <a:p>
            <a:r>
              <a:rPr lang="en-US" dirty="0" err="1"/>
              <a:t>写最基本的框架</a:t>
            </a:r>
            <a:endParaRPr lang="en-US" dirty="0"/>
          </a:p>
          <a:p>
            <a:r>
              <a:rPr lang="en-US" dirty="0" err="1"/>
              <a:t>增加功能</a:t>
            </a:r>
            <a:endParaRPr lang="en-US" dirty="0"/>
          </a:p>
          <a:p>
            <a:r>
              <a:rPr lang="en-US" dirty="0"/>
              <a:t>Debug</a:t>
            </a:r>
          </a:p>
          <a:p>
            <a:r>
              <a:rPr lang="en-US" dirty="0" err="1"/>
              <a:t>增加功能</a:t>
            </a:r>
            <a:endParaRPr lang="en-US" dirty="0"/>
          </a:p>
          <a:p>
            <a:r>
              <a:rPr lang="en-US" dirty="0"/>
              <a:t>Debug</a:t>
            </a:r>
          </a:p>
          <a:p>
            <a:r>
              <a:rPr lang="en-US" dirty="0"/>
              <a:t>……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F8E026-8920-9311-704C-E8E05F12A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71475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483E7A3-F9BF-E740-8FF0-C4E319360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调试工具</a:t>
            </a:r>
            <a:endParaRPr lang="en-C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A3B80D-5377-DF4B-BB7F-572ADB3A07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E91DBC-75C8-DF41-928F-BFB4F1BC1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67145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BE377-54DC-AEE7-A86F-992877FC8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调试工具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31108-B58D-9595-7EEB-0A921D65C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GNU Debugger</a:t>
            </a:r>
            <a:r>
              <a:rPr lang="zh-CN" altLang="en-US" dirty="0"/>
              <a:t> （</a:t>
            </a:r>
            <a:r>
              <a:rPr lang="en-US" altLang="zh-CN" dirty="0"/>
              <a:t>GDB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LLDB</a:t>
            </a:r>
          </a:p>
          <a:p>
            <a:r>
              <a:rPr lang="en-US" altLang="zh-CN" dirty="0" err="1"/>
              <a:t>Valgrind</a:t>
            </a:r>
            <a:endParaRPr lang="en-US" altLang="zh-CN" dirty="0"/>
          </a:p>
          <a:p>
            <a:r>
              <a:rPr lang="en-US" altLang="zh-CN" dirty="0" err="1"/>
              <a:t>strace</a:t>
            </a:r>
            <a:endParaRPr lang="en-US" altLang="zh-CN" dirty="0"/>
          </a:p>
          <a:p>
            <a:r>
              <a:rPr lang="en-US" dirty="0"/>
              <a:t>F12</a:t>
            </a:r>
          </a:p>
          <a:p>
            <a:r>
              <a:rPr lang="en-US" dirty="0"/>
              <a:t>…</a:t>
            </a:r>
          </a:p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227887-0555-670E-1350-D099E3B13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7</a:t>
            </a:fld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7530BF-C37D-325F-F803-DD87A3759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896" y="418567"/>
            <a:ext cx="2720618" cy="170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70F4101-9C72-9CB5-4620-896B62C75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9616" y="1853307"/>
            <a:ext cx="2436190" cy="46856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441880-3459-A5AA-9B22-67B45AF9DB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0145" y="1967607"/>
            <a:ext cx="1600200" cy="558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7AEF3A-4E0A-B0DA-459C-1CD5DAD9FB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8619" y="2400317"/>
            <a:ext cx="3873572" cy="253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390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196F6-65A7-51C2-5BA2-865C080F3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0DCDE-156D-9A75-C72E-7AA2A13DE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F84378-8B8B-E988-F070-2A3F5FCDE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8</a:t>
            </a:fld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5E36BD-99DB-9939-AD27-58CDF9DE4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139618"/>
            <a:ext cx="7772400" cy="4578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154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5B3D2-B683-EB01-A046-610535D21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GDB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25C915-9517-68F7-E0CF-B129A9A755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4093B4-AFC1-6D77-B9C0-A32FE39DD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9</a:t>
            </a:fld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3D6648-5577-B16B-F8AF-22D7530D6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9341" y="2641782"/>
            <a:ext cx="2720618" cy="1700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120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404BB-55B1-C2F7-D53B-32190CE68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23503-82B7-B6F1-226E-A9A0D6702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5F2994-2E7C-7814-BA8D-8D47B420D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10</a:t>
            </a:fld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E7571A-DFB7-B1EA-F295-73E276A5F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496" y="1263613"/>
            <a:ext cx="7772400" cy="522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351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A941E-97D9-98F1-620B-4A35B1387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常见Bug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C240DB-F292-A4A2-9F42-FFBEFC2C41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F26EC-59F8-5425-A9DD-C683C43AF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11</a:t>
            </a:fld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E82E22-716E-5AE3-E2DA-B690445B5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1904" y="744161"/>
            <a:ext cx="4113271" cy="5766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618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3CD4A-BF91-8C2D-855E-4E9C6A6D7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EE587-79DC-584C-6433-0A8757347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内存Bug</a:t>
            </a:r>
          </a:p>
          <a:p>
            <a:pPr lvl="1"/>
            <a:r>
              <a:rPr lang="en-CN" dirty="0"/>
              <a:t>数组越界</a:t>
            </a:r>
            <a:r>
              <a:rPr lang="zh-CN" altLang="en-US" dirty="0"/>
              <a:t>、</a:t>
            </a:r>
            <a:r>
              <a:rPr lang="en-CN" dirty="0"/>
              <a:t>空指针访问</a:t>
            </a:r>
            <a:r>
              <a:rPr lang="zh-CN" altLang="en-US" dirty="0"/>
              <a:t>、</a:t>
            </a:r>
            <a:r>
              <a:rPr lang="en-CN" dirty="0"/>
              <a:t>传值与传引用……</a:t>
            </a:r>
          </a:p>
          <a:p>
            <a:r>
              <a:rPr lang="en-CN" dirty="0"/>
              <a:t>并发Bug</a:t>
            </a:r>
          </a:p>
          <a:p>
            <a:pPr lvl="1"/>
            <a:r>
              <a:rPr lang="en-CN" dirty="0"/>
              <a:t>死锁</a:t>
            </a:r>
            <a:r>
              <a:rPr lang="zh-CN" altLang="en-US" dirty="0"/>
              <a:t>、</a:t>
            </a:r>
            <a:r>
              <a:rPr lang="en-CN" dirty="0"/>
              <a:t>数据竞争……</a:t>
            </a:r>
          </a:p>
          <a:p>
            <a:r>
              <a:rPr lang="en-CN" dirty="0"/>
              <a:t>逻辑Bug</a:t>
            </a:r>
          </a:p>
          <a:p>
            <a:r>
              <a:rPr lang="en-CN" dirty="0"/>
              <a:t>性能</a:t>
            </a:r>
            <a:r>
              <a:rPr lang="en-US" altLang="zh-CN" dirty="0"/>
              <a:t>Bug</a:t>
            </a:r>
            <a:endParaRPr lang="en-CN" dirty="0"/>
          </a:p>
          <a:p>
            <a:r>
              <a:rPr lang="en-CN" dirty="0"/>
              <a:t>其他</a:t>
            </a:r>
          </a:p>
          <a:p>
            <a:pPr lvl="1"/>
            <a:r>
              <a:rPr lang="en-CN" dirty="0"/>
              <a:t>变量初始化</a:t>
            </a:r>
            <a:r>
              <a:rPr lang="zh-CN" altLang="en-US" dirty="0"/>
              <a:t>、变量写错了、拼写错误</a:t>
            </a:r>
            <a:r>
              <a:rPr lang="en-US" altLang="zh-CN" dirty="0"/>
              <a:t>……</a:t>
            </a:r>
            <a:endParaRPr lang="en-CN" dirty="0"/>
          </a:p>
          <a:p>
            <a:endParaRPr lang="en-CN" dirty="0"/>
          </a:p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CB817-47EF-22F6-F18A-E8B134E81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595996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3749868-F225-D3C6-D138-39AC79D7F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Valgrind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7E066AA-426E-68B6-D422-C887C3DA8B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3CFCE9-514D-9861-872B-218EECE85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13</a:t>
            </a:fld>
            <a:endParaRPr lang="en-C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6C8CDF-BD18-EE4E-D4AA-BC48E61BD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027" y="2162051"/>
            <a:ext cx="3873572" cy="253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896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5E288-2F38-BCCA-4296-A88405E27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常见</a:t>
            </a:r>
            <a:r>
              <a:rPr lang="zh-CN" altLang="en-US" dirty="0"/>
              <a:t> </a:t>
            </a:r>
            <a:r>
              <a:rPr lang="en-CN" dirty="0"/>
              <a:t>Debug</a:t>
            </a:r>
            <a:r>
              <a:rPr lang="zh-CN" altLang="en-US" dirty="0"/>
              <a:t> 方法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DC853-7FCB-728C-6624-69E5C84B5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肉眼</a:t>
            </a:r>
            <a:r>
              <a:rPr lang="zh-CN" altLang="en-US" dirty="0"/>
              <a:t> </a:t>
            </a:r>
            <a:r>
              <a:rPr lang="en-US" altLang="zh-CN" dirty="0"/>
              <a:t>Debug</a:t>
            </a:r>
            <a:r>
              <a:rPr lang="zh-CN" altLang="en-US" dirty="0"/>
              <a:t> 法</a:t>
            </a:r>
            <a:endParaRPr lang="en-US" altLang="zh-CN" dirty="0"/>
          </a:p>
          <a:p>
            <a:r>
              <a:rPr lang="en-CN" dirty="0"/>
              <a:t>万能的</a:t>
            </a:r>
            <a:r>
              <a:rPr lang="zh-CN" altLang="en-US" dirty="0"/>
              <a:t> </a:t>
            </a:r>
            <a:r>
              <a:rPr lang="en-CN" dirty="0"/>
              <a:t>Print</a:t>
            </a:r>
            <a:endParaRPr lang="en-US" altLang="zh-CN" dirty="0"/>
          </a:p>
          <a:p>
            <a:r>
              <a:rPr lang="zh-CN" altLang="en-US" dirty="0"/>
              <a:t>方便的工具</a:t>
            </a:r>
            <a:endParaRPr lang="en-CN" dirty="0"/>
          </a:p>
          <a:p>
            <a:r>
              <a:rPr lang="en-CN" dirty="0"/>
              <a:t>小黄鸭</a:t>
            </a:r>
          </a:p>
          <a:p>
            <a:r>
              <a:rPr lang="en-CN" dirty="0"/>
              <a:t>完全重写法</a:t>
            </a:r>
          </a:p>
          <a:p>
            <a:r>
              <a:rPr lang="zh-CN" altLang="en-US" dirty="0"/>
              <a:t>形式化验证法</a:t>
            </a:r>
            <a:endParaRPr lang="en-CN" altLang="zh-CN" dirty="0"/>
          </a:p>
          <a:p>
            <a:r>
              <a:rPr lang="en-CN" dirty="0"/>
              <a:t>睡觉做梦法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睡不着失眠法</a:t>
            </a: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515176-D0DB-EA71-E34D-866EDA67F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07922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81379-C4B4-E925-C42A-B7A183548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IDE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0B83F2-DEE1-2A9B-96FF-B57C85250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85B76-3684-F901-07E1-227EA57A0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15</a:t>
            </a:fld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706917-A1DD-F5B6-13B8-E65A67AC2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5450" y="2838450"/>
            <a:ext cx="1181100" cy="1181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A07F1BC-D758-2CDA-14C6-6828F4FAB5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6120" y="1718300"/>
            <a:ext cx="977900" cy="1181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31558C-CFDF-42A9-2168-1F362A3AC1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9674" y="2362400"/>
            <a:ext cx="2844267" cy="2133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86A693-0586-CE3D-2C3D-0BE090357D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5474" y="4396882"/>
            <a:ext cx="1029549" cy="10295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D8778AC-D9BC-58D9-5D32-A47662AC54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8528" y="1105694"/>
            <a:ext cx="1181100" cy="11811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7E40D6A-3FB7-D385-E94E-0125019E2E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16580" y="604317"/>
            <a:ext cx="1117600" cy="11811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B0CBC78-D626-DAB6-A0F7-3CD6138E25F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96270" y="845782"/>
            <a:ext cx="2191167" cy="24611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D2C052B-A0E2-0E38-E062-57E0B55C7E9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32304" y="4352973"/>
            <a:ext cx="1029549" cy="10295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0E7B22-B616-2A83-F1CB-134976AA88C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32968" y="3719251"/>
            <a:ext cx="1114377" cy="111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600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KColor">
      <a:dk1>
        <a:srgbClr val="000000"/>
      </a:dk1>
      <a:lt1>
        <a:srgbClr val="FFFFFF"/>
      </a:lt1>
      <a:dk2>
        <a:srgbClr val="323232"/>
      </a:dk2>
      <a:lt2>
        <a:srgbClr val="E5C243"/>
      </a:lt2>
      <a:accent1>
        <a:srgbClr val="FF2600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6375</TotalTime>
  <Words>181</Words>
  <Application>Microsoft Macintosh PowerPoint</Application>
  <PresentationFormat>Widescreen</PresentationFormat>
  <Paragraphs>74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Microsoft YaHei</vt:lpstr>
      <vt:lpstr>Microsoft YaHei UI</vt:lpstr>
      <vt:lpstr>Yuanti SC</vt:lpstr>
      <vt:lpstr>Arial</vt:lpstr>
      <vt:lpstr>Calibri</vt:lpstr>
      <vt:lpstr>Corbel</vt:lpstr>
      <vt:lpstr>Wingdings</vt:lpstr>
      <vt:lpstr>Office Theme</vt:lpstr>
      <vt:lpstr>Yet Another Tutorial to Debugging</vt:lpstr>
      <vt:lpstr>调试（Debugging）？</vt:lpstr>
      <vt:lpstr>PowerPoint Presentation</vt:lpstr>
      <vt:lpstr>调试的基本思想</vt:lpstr>
      <vt:lpstr>写程序的基本步骤</vt:lpstr>
      <vt:lpstr>调试工具</vt:lpstr>
      <vt:lpstr>调试工具</vt:lpstr>
      <vt:lpstr>PowerPoint Presentation</vt:lpstr>
      <vt:lpstr>GDB</vt:lpstr>
      <vt:lpstr>PowerPoint Presentation</vt:lpstr>
      <vt:lpstr>常见Bug</vt:lpstr>
      <vt:lpstr>PowerPoint Presentation</vt:lpstr>
      <vt:lpstr>Valgrind</vt:lpstr>
      <vt:lpstr>常见 Debug 方法</vt:lpstr>
      <vt:lpstr>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Mingkai Dong</dc:creator>
  <cp:lastModifiedBy>Mingkai Dong</cp:lastModifiedBy>
  <cp:revision>1027</cp:revision>
  <dcterms:created xsi:type="dcterms:W3CDTF">2021-02-24T11:14:01Z</dcterms:created>
  <dcterms:modified xsi:type="dcterms:W3CDTF">2024-11-11T08:00:13Z</dcterms:modified>
</cp:coreProperties>
</file>